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7" r:id="rId9"/>
    <p:sldId id="308" r:id="rId10"/>
    <p:sldId id="310" r:id="rId11"/>
    <p:sldId id="309" r:id="rId12"/>
    <p:sldId id="304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C0CB7-420A-43D7-8BBF-85B93AD5C8A4}" v="39" dt="2026-04-01T04:02:37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arna Dhumal" userId="65ee2d141ba34b20" providerId="LiveId" clId="{E4DF9A3F-16FB-4324-B3E9-2C4442B014BA}"/>
    <pc:docChg chg="undo custSel addSld delSld modSld modMainMaster">
      <pc:chgData name="Aparna Dhumal" userId="65ee2d141ba34b20" providerId="LiveId" clId="{E4DF9A3F-16FB-4324-B3E9-2C4442B014BA}" dt="2026-04-01T07:34:35.503" v="241" actId="14100"/>
      <pc:docMkLst>
        <pc:docMk/>
      </pc:docMkLst>
      <pc:sldChg chg="modSp mod modTransition">
        <pc:chgData name="Aparna Dhumal" userId="65ee2d141ba34b20" providerId="LiveId" clId="{E4DF9A3F-16FB-4324-B3E9-2C4442B014BA}" dt="2026-03-31T15:30:58.571" v="73"/>
        <pc:sldMkLst>
          <pc:docMk/>
          <pc:sldMk cId="193143965" sldId="298"/>
        </pc:sldMkLst>
        <pc:spChg chg="mod">
          <ac:chgData name="Aparna Dhumal" userId="65ee2d141ba34b20" providerId="LiveId" clId="{E4DF9A3F-16FB-4324-B3E9-2C4442B014BA}" dt="2026-03-30T07:16:35.001" v="17" actId="20577"/>
          <ac:spMkLst>
            <pc:docMk/>
            <pc:sldMk cId="193143965" sldId="298"/>
            <ac:spMk id="2" creationId="{9AB2EA78-AEB3-469B-9025-3B17201A457B}"/>
          </ac:spMkLst>
        </pc:spChg>
        <pc:spChg chg="mod">
          <ac:chgData name="Aparna Dhumal" userId="65ee2d141ba34b20" providerId="LiveId" clId="{E4DF9A3F-16FB-4324-B3E9-2C4442B014BA}" dt="2026-03-31T15:28:09.390" v="68" actId="20577"/>
          <ac:spMkLst>
            <pc:docMk/>
            <pc:sldMk cId="193143965" sldId="298"/>
            <ac:spMk id="3" creationId="{255E1F2F-E259-4EA8-9FFD-3A10AF541859}"/>
          </ac:spMkLst>
        </pc:spChg>
      </pc:sldChg>
      <pc:sldChg chg="modSp mod modTransition">
        <pc:chgData name="Aparna Dhumal" userId="65ee2d141ba34b20" providerId="LiveId" clId="{E4DF9A3F-16FB-4324-B3E9-2C4442B014BA}" dt="2026-04-01T04:01:18.254" v="141" actId="20577"/>
        <pc:sldMkLst>
          <pc:docMk/>
          <pc:sldMk cId="1477109415" sldId="301"/>
        </pc:sldMkLst>
        <pc:spChg chg="mod">
          <ac:chgData name="Aparna Dhumal" userId="65ee2d141ba34b20" providerId="LiveId" clId="{E4DF9A3F-16FB-4324-B3E9-2C4442B014BA}" dt="2026-04-01T04:01:18.254" v="141" actId="20577"/>
          <ac:spMkLst>
            <pc:docMk/>
            <pc:sldMk cId="1477109415" sldId="301"/>
            <ac:spMk id="3" creationId="{3C75C347-6FD7-1E3B-48AA-4EBEE38692F7}"/>
          </ac:spMkLst>
        </pc:spChg>
      </pc:sldChg>
      <pc:sldChg chg="modSp mod modTransition">
        <pc:chgData name="Aparna Dhumal" userId="65ee2d141ba34b20" providerId="LiveId" clId="{E4DF9A3F-16FB-4324-B3E9-2C4442B014BA}" dt="2026-04-01T04:02:42.373" v="144" actId="20577"/>
        <pc:sldMkLst>
          <pc:docMk/>
          <pc:sldMk cId="833298421" sldId="302"/>
        </pc:sldMkLst>
        <pc:spChg chg="mod">
          <ac:chgData name="Aparna Dhumal" userId="65ee2d141ba34b20" providerId="LiveId" clId="{E4DF9A3F-16FB-4324-B3E9-2C4442B014BA}" dt="2026-04-01T04:02:42.373" v="144" actId="20577"/>
          <ac:spMkLst>
            <pc:docMk/>
            <pc:sldMk cId="833298421" sldId="302"/>
            <ac:spMk id="3" creationId="{72CFB592-D673-E278-CB92-B228D45D1CD8}"/>
          </ac:spMkLst>
        </pc:spChg>
      </pc:sldChg>
      <pc:sldChg chg="addSp modSp mod modTransition">
        <pc:chgData name="Aparna Dhumal" userId="65ee2d141ba34b20" providerId="LiveId" clId="{E4DF9A3F-16FB-4324-B3E9-2C4442B014BA}" dt="2026-03-31T15:45:20.671" v="110"/>
        <pc:sldMkLst>
          <pc:docMk/>
          <pc:sldMk cId="3013566381" sldId="303"/>
        </pc:sldMkLst>
        <pc:spChg chg="mod">
          <ac:chgData name="Aparna Dhumal" userId="65ee2d141ba34b20" providerId="LiveId" clId="{E4DF9A3F-16FB-4324-B3E9-2C4442B014BA}" dt="2026-03-31T15:36:02.851" v="89" actId="14100"/>
          <ac:spMkLst>
            <pc:docMk/>
            <pc:sldMk cId="3013566381" sldId="303"/>
            <ac:spMk id="2" creationId="{FC75C343-4956-FF33-B6D0-69886560E686}"/>
          </ac:spMkLst>
        </pc:spChg>
        <pc:spChg chg="mod">
          <ac:chgData name="Aparna Dhumal" userId="65ee2d141ba34b20" providerId="LiveId" clId="{E4DF9A3F-16FB-4324-B3E9-2C4442B014BA}" dt="2026-03-31T15:45:20.671" v="110"/>
          <ac:spMkLst>
            <pc:docMk/>
            <pc:sldMk cId="3013566381" sldId="303"/>
            <ac:spMk id="3" creationId="{F6F0EFC4-41AC-DDBC-A5FB-B507BBB578EB}"/>
          </ac:spMkLst>
        </pc:spChg>
        <pc:spChg chg="add">
          <ac:chgData name="Aparna Dhumal" userId="65ee2d141ba34b20" providerId="LiveId" clId="{E4DF9A3F-16FB-4324-B3E9-2C4442B014BA}" dt="2026-03-31T15:35:35.682" v="81"/>
          <ac:spMkLst>
            <pc:docMk/>
            <pc:sldMk cId="3013566381" sldId="303"/>
            <ac:spMk id="4" creationId="{FA25CAEB-824D-0BEE-DAA5-483E03068AB9}"/>
          </ac:spMkLst>
        </pc:spChg>
        <pc:spChg chg="add">
          <ac:chgData name="Aparna Dhumal" userId="65ee2d141ba34b20" providerId="LiveId" clId="{E4DF9A3F-16FB-4324-B3E9-2C4442B014BA}" dt="2026-03-31T15:35:50.072" v="84"/>
          <ac:spMkLst>
            <pc:docMk/>
            <pc:sldMk cId="3013566381" sldId="303"/>
            <ac:spMk id="5" creationId="{06436888-2B5A-55B3-EFEA-62338BC5E443}"/>
          </ac:spMkLst>
        </pc:spChg>
        <pc:spChg chg="add">
          <ac:chgData name="Aparna Dhumal" userId="65ee2d141ba34b20" providerId="LiveId" clId="{E4DF9A3F-16FB-4324-B3E9-2C4442B014BA}" dt="2026-03-31T15:35:53.858" v="86"/>
          <ac:spMkLst>
            <pc:docMk/>
            <pc:sldMk cId="3013566381" sldId="303"/>
            <ac:spMk id="6" creationId="{45BCE91E-C3D2-7F08-545E-18A95699D3B2}"/>
          </ac:spMkLst>
        </pc:spChg>
        <pc:spChg chg="add">
          <ac:chgData name="Aparna Dhumal" userId="65ee2d141ba34b20" providerId="LiveId" clId="{E4DF9A3F-16FB-4324-B3E9-2C4442B014BA}" dt="2026-03-31T15:35:56.917" v="88"/>
          <ac:spMkLst>
            <pc:docMk/>
            <pc:sldMk cId="3013566381" sldId="303"/>
            <ac:spMk id="7" creationId="{1171FEE3-F58E-2D89-38B5-8ADCD93FA156}"/>
          </ac:spMkLst>
        </pc:spChg>
      </pc:sldChg>
      <pc:sldChg chg="modSp new mod modTransition">
        <pc:chgData name="Aparna Dhumal" userId="65ee2d141ba34b20" providerId="LiveId" clId="{E4DF9A3F-16FB-4324-B3E9-2C4442B014BA}" dt="2026-03-31T15:30:58.571" v="73"/>
        <pc:sldMkLst>
          <pc:docMk/>
          <pc:sldMk cId="2317989015" sldId="304"/>
        </pc:sldMkLst>
        <pc:spChg chg="mod">
          <ac:chgData name="Aparna Dhumal" userId="65ee2d141ba34b20" providerId="LiveId" clId="{E4DF9A3F-16FB-4324-B3E9-2C4442B014BA}" dt="2026-03-31T06:08:59.671" v="19"/>
          <ac:spMkLst>
            <pc:docMk/>
            <pc:sldMk cId="2317989015" sldId="304"/>
            <ac:spMk id="2" creationId="{8721A169-AA1C-AE11-8FCD-FD1AA48DB133}"/>
          </ac:spMkLst>
        </pc:spChg>
        <pc:spChg chg="mod">
          <ac:chgData name="Aparna Dhumal" userId="65ee2d141ba34b20" providerId="LiveId" clId="{E4DF9A3F-16FB-4324-B3E9-2C4442B014BA}" dt="2026-03-31T06:09:46.402" v="34" actId="20577"/>
          <ac:spMkLst>
            <pc:docMk/>
            <pc:sldMk cId="2317989015" sldId="304"/>
            <ac:spMk id="3" creationId="{5FF79226-A69A-0497-A2A3-A507797B264F}"/>
          </ac:spMkLst>
        </pc:spChg>
      </pc:sldChg>
      <pc:sldChg chg="modSp new mod modTransition">
        <pc:chgData name="Aparna Dhumal" userId="65ee2d141ba34b20" providerId="LiveId" clId="{E4DF9A3F-16FB-4324-B3E9-2C4442B014BA}" dt="2026-03-31T15:30:58.571" v="73"/>
        <pc:sldMkLst>
          <pc:docMk/>
          <pc:sldMk cId="2997884512" sldId="305"/>
        </pc:sldMkLst>
        <pc:spChg chg="mod">
          <ac:chgData name="Aparna Dhumal" userId="65ee2d141ba34b20" providerId="LiveId" clId="{E4DF9A3F-16FB-4324-B3E9-2C4442B014BA}" dt="2026-03-31T06:14:33.435" v="48" actId="122"/>
          <ac:spMkLst>
            <pc:docMk/>
            <pc:sldMk cId="2997884512" sldId="305"/>
            <ac:spMk id="2" creationId="{196C661F-E629-E5FB-3EEB-A3ABA9582187}"/>
          </ac:spMkLst>
        </pc:spChg>
        <pc:spChg chg="mod">
          <ac:chgData name="Aparna Dhumal" userId="65ee2d141ba34b20" providerId="LiveId" clId="{E4DF9A3F-16FB-4324-B3E9-2C4442B014BA}" dt="2026-03-31T06:14:13.614" v="47"/>
          <ac:spMkLst>
            <pc:docMk/>
            <pc:sldMk cId="2997884512" sldId="305"/>
            <ac:spMk id="3" creationId="{B48D4B37-4CBF-0BB2-A62C-F034BFA46F66}"/>
          </ac:spMkLst>
        </pc:spChg>
      </pc:sldChg>
      <pc:sldChg chg="addSp modSp new mod">
        <pc:chgData name="Aparna Dhumal" userId="65ee2d141ba34b20" providerId="LiveId" clId="{E4DF9A3F-16FB-4324-B3E9-2C4442B014BA}" dt="2026-03-31T15:48:04.639" v="126" actId="14100"/>
        <pc:sldMkLst>
          <pc:docMk/>
          <pc:sldMk cId="1330818138" sldId="306"/>
        </pc:sldMkLst>
        <pc:spChg chg="add mod">
          <ac:chgData name="Aparna Dhumal" userId="65ee2d141ba34b20" providerId="LiveId" clId="{E4DF9A3F-16FB-4324-B3E9-2C4442B014BA}" dt="2026-03-31T15:48:04.639" v="126" actId="14100"/>
          <ac:spMkLst>
            <pc:docMk/>
            <pc:sldMk cId="1330818138" sldId="306"/>
            <ac:spMk id="2" creationId="{73185C16-0D5D-64DE-2C9B-91FE0AE68FB3}"/>
          </ac:spMkLst>
        </pc:spChg>
      </pc:sldChg>
      <pc:sldChg chg="addSp delSp modSp new mod">
        <pc:chgData name="Aparna Dhumal" userId="65ee2d141ba34b20" providerId="LiveId" clId="{E4DF9A3F-16FB-4324-B3E9-2C4442B014BA}" dt="2026-04-01T07:13:46.967" v="168" actId="14100"/>
        <pc:sldMkLst>
          <pc:docMk/>
          <pc:sldMk cId="1644277802" sldId="307"/>
        </pc:sldMkLst>
        <pc:spChg chg="mod">
          <ac:chgData name="Aparna Dhumal" userId="65ee2d141ba34b20" providerId="LiveId" clId="{E4DF9A3F-16FB-4324-B3E9-2C4442B014BA}" dt="2026-04-01T07:12:34.786" v="163" actId="27636"/>
          <ac:spMkLst>
            <pc:docMk/>
            <pc:sldMk cId="1644277802" sldId="307"/>
            <ac:spMk id="2" creationId="{F35A8F0E-D851-8FB0-DAEE-14591EBCF14F}"/>
          </ac:spMkLst>
        </pc:spChg>
        <pc:spChg chg="del mod">
          <ac:chgData name="Aparna Dhumal" userId="65ee2d141ba34b20" providerId="LiveId" clId="{E4DF9A3F-16FB-4324-B3E9-2C4442B014BA}" dt="2026-04-01T07:13:29.045" v="165" actId="22"/>
          <ac:spMkLst>
            <pc:docMk/>
            <pc:sldMk cId="1644277802" sldId="307"/>
            <ac:spMk id="3" creationId="{4C03040F-0195-3714-3833-2F78E579818A}"/>
          </ac:spMkLst>
        </pc:spChg>
        <pc:picChg chg="add mod ord">
          <ac:chgData name="Aparna Dhumal" userId="65ee2d141ba34b20" providerId="LiveId" clId="{E4DF9A3F-16FB-4324-B3E9-2C4442B014BA}" dt="2026-04-01T07:13:46.967" v="168" actId="14100"/>
          <ac:picMkLst>
            <pc:docMk/>
            <pc:sldMk cId="1644277802" sldId="307"/>
            <ac:picMk id="5" creationId="{61268198-F953-5BCB-935B-5AEB35E01722}"/>
          </ac:picMkLst>
        </pc:picChg>
      </pc:sldChg>
      <pc:sldChg chg="addSp modSp new mod">
        <pc:chgData name="Aparna Dhumal" userId="65ee2d141ba34b20" providerId="LiveId" clId="{E4DF9A3F-16FB-4324-B3E9-2C4442B014BA}" dt="2026-04-01T07:18:18.715" v="199" actId="27636"/>
        <pc:sldMkLst>
          <pc:docMk/>
          <pc:sldMk cId="1132432017" sldId="308"/>
        </pc:sldMkLst>
        <pc:spChg chg="mod">
          <ac:chgData name="Aparna Dhumal" userId="65ee2d141ba34b20" providerId="LiveId" clId="{E4DF9A3F-16FB-4324-B3E9-2C4442B014BA}" dt="2026-04-01T07:18:18.715" v="199" actId="27636"/>
          <ac:spMkLst>
            <pc:docMk/>
            <pc:sldMk cId="1132432017" sldId="308"/>
            <ac:spMk id="2" creationId="{DD3A0C49-BC92-3A02-6D48-504E7034E383}"/>
          </ac:spMkLst>
        </pc:spChg>
        <pc:picChg chg="add mod">
          <ac:chgData name="Aparna Dhumal" userId="65ee2d141ba34b20" providerId="LiveId" clId="{E4DF9A3F-16FB-4324-B3E9-2C4442B014BA}" dt="2026-04-01T07:18:04.772" v="197" actId="14100"/>
          <ac:picMkLst>
            <pc:docMk/>
            <pc:sldMk cId="1132432017" sldId="308"/>
            <ac:picMk id="4" creationId="{00D93A1A-6DCA-405A-63BB-F5C3E8C8241B}"/>
          </ac:picMkLst>
        </pc:picChg>
      </pc:sldChg>
      <pc:sldChg chg="addSp modSp new mod">
        <pc:chgData name="Aparna Dhumal" userId="65ee2d141ba34b20" providerId="LiveId" clId="{E4DF9A3F-16FB-4324-B3E9-2C4442B014BA}" dt="2026-04-01T07:21:50.995" v="226" actId="14100"/>
        <pc:sldMkLst>
          <pc:docMk/>
          <pc:sldMk cId="2196715805" sldId="309"/>
        </pc:sldMkLst>
        <pc:spChg chg="mod">
          <ac:chgData name="Aparna Dhumal" userId="65ee2d141ba34b20" providerId="LiveId" clId="{E4DF9A3F-16FB-4324-B3E9-2C4442B014BA}" dt="2026-04-01T07:21:50.995" v="226" actId="14100"/>
          <ac:spMkLst>
            <pc:docMk/>
            <pc:sldMk cId="2196715805" sldId="309"/>
            <ac:spMk id="2" creationId="{48E45D4D-74B4-46EF-5306-C46EEBC8F729}"/>
          </ac:spMkLst>
        </pc:spChg>
        <pc:picChg chg="add mod">
          <ac:chgData name="Aparna Dhumal" userId="65ee2d141ba34b20" providerId="LiveId" clId="{E4DF9A3F-16FB-4324-B3E9-2C4442B014BA}" dt="2026-04-01T07:21:40.485" v="223" actId="14100"/>
          <ac:picMkLst>
            <pc:docMk/>
            <pc:sldMk cId="2196715805" sldId="309"/>
            <ac:picMk id="4" creationId="{A38352CE-6196-22DB-E4D9-8B103A22318B}"/>
          </ac:picMkLst>
        </pc:picChg>
        <pc:picChg chg="add mod">
          <ac:chgData name="Aparna Dhumal" userId="65ee2d141ba34b20" providerId="LiveId" clId="{E4DF9A3F-16FB-4324-B3E9-2C4442B014BA}" dt="2026-04-01T07:21:47.724" v="225" actId="14100"/>
          <ac:picMkLst>
            <pc:docMk/>
            <pc:sldMk cId="2196715805" sldId="309"/>
            <ac:picMk id="6" creationId="{01D2D1E4-B6C9-B9C0-0F9C-166379B11856}"/>
          </ac:picMkLst>
        </pc:picChg>
        <pc:picChg chg="add mod">
          <ac:chgData name="Aparna Dhumal" userId="65ee2d141ba34b20" providerId="LiveId" clId="{E4DF9A3F-16FB-4324-B3E9-2C4442B014BA}" dt="2026-04-01T07:21:31.736" v="220" actId="1076"/>
          <ac:picMkLst>
            <pc:docMk/>
            <pc:sldMk cId="2196715805" sldId="309"/>
            <ac:picMk id="8" creationId="{B4284E91-35ED-062F-65B9-B4D34E19828C}"/>
          </ac:picMkLst>
        </pc:picChg>
        <pc:picChg chg="add mod">
          <ac:chgData name="Aparna Dhumal" userId="65ee2d141ba34b20" providerId="LiveId" clId="{E4DF9A3F-16FB-4324-B3E9-2C4442B014BA}" dt="2026-04-01T07:21:22.957" v="218" actId="14100"/>
          <ac:picMkLst>
            <pc:docMk/>
            <pc:sldMk cId="2196715805" sldId="309"/>
            <ac:picMk id="10" creationId="{754758C0-800A-11A6-1D7A-03ABB15D088F}"/>
          </ac:picMkLst>
        </pc:picChg>
      </pc:sldChg>
      <pc:sldChg chg="addSp modSp new mod">
        <pc:chgData name="Aparna Dhumal" userId="65ee2d141ba34b20" providerId="LiveId" clId="{E4DF9A3F-16FB-4324-B3E9-2C4442B014BA}" dt="2026-04-01T07:34:35.503" v="241" actId="14100"/>
        <pc:sldMkLst>
          <pc:docMk/>
          <pc:sldMk cId="2914724033" sldId="310"/>
        </pc:sldMkLst>
        <pc:spChg chg="mod">
          <ac:chgData name="Aparna Dhumal" userId="65ee2d141ba34b20" providerId="LiveId" clId="{E4DF9A3F-16FB-4324-B3E9-2C4442B014BA}" dt="2026-04-01T07:22:21.455" v="237" actId="27636"/>
          <ac:spMkLst>
            <pc:docMk/>
            <pc:sldMk cId="2914724033" sldId="310"/>
            <ac:spMk id="2" creationId="{ED696411-1F2D-3AC8-9648-E5904DA64BD8}"/>
          </ac:spMkLst>
        </pc:spChg>
        <pc:picChg chg="add mod">
          <ac:chgData name="Aparna Dhumal" userId="65ee2d141ba34b20" providerId="LiveId" clId="{E4DF9A3F-16FB-4324-B3E9-2C4442B014BA}" dt="2026-04-01T07:34:35.503" v="241" actId="14100"/>
          <ac:picMkLst>
            <pc:docMk/>
            <pc:sldMk cId="2914724033" sldId="310"/>
            <ac:picMk id="4" creationId="{5709FF04-AC99-DB04-9326-0D411785F56F}"/>
          </ac:picMkLst>
        </pc:picChg>
      </pc:sldChg>
      <pc:sldMasterChg chg="modTransition modSldLayout">
        <pc:chgData name="Aparna Dhumal" userId="65ee2d141ba34b20" providerId="LiveId" clId="{E4DF9A3F-16FB-4324-B3E9-2C4442B014BA}" dt="2026-03-31T15:30:58.571" v="73"/>
        <pc:sldMasterMkLst>
          <pc:docMk/>
          <pc:sldMasterMk cId="354603096" sldId="2147483660"/>
        </pc:sldMasterMkLst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2623437509" sldId="2147483661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2540465968" sldId="2147483662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762783540" sldId="2147483663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588359594" sldId="2147483664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1963925727" sldId="2147483665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4268543396" sldId="2147483666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133393754" sldId="2147483667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3771184421" sldId="2147483668"/>
          </pc:sldLayoutMkLst>
        </pc:sldLayoutChg>
        <pc:sldLayoutChg chg="modTransition">
          <pc:chgData name="Aparna Dhumal" userId="65ee2d141ba34b20" providerId="LiveId" clId="{E4DF9A3F-16FB-4324-B3E9-2C4442B014BA}" dt="2026-03-31T15:30:58.571" v="73"/>
          <pc:sldLayoutMkLst>
            <pc:docMk/>
            <pc:sldMasterMk cId="354603096" sldId="2147483660"/>
            <pc:sldLayoutMk cId="1201613766" sldId="214748366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01-Apr-26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latin typeface="Algerian" panose="04020705040A02060702" pitchFamily="82" charset="0"/>
              </a:rPr>
              <a:t>A Deep Dive into O-list Marketplace Performance</a:t>
            </a:r>
            <a:endParaRPr lang="en-US" sz="32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By Group 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A04B-FB19-26BB-804F-1C26FA01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C347-6FD7-1E3B-48AA-4EBEE386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Analyze the Brazilian e-commerce landscape to optimize logistics and sales performance.</a:t>
            </a:r>
          </a:p>
          <a:p>
            <a:r>
              <a:rPr lang="en-US" b="1" dirty="0"/>
              <a:t>Dataset:</a:t>
            </a:r>
            <a:r>
              <a:rPr lang="en-US" dirty="0"/>
              <a:t> 100k+ orders (2016-2018) across 9 unique tables (Customers, Orders, Payments, etc.).</a:t>
            </a:r>
          </a:p>
          <a:p>
            <a:r>
              <a:rPr lang="en-US" b="1" dirty="0"/>
              <a:t>Tech Stack:</a:t>
            </a:r>
            <a:r>
              <a:rPr lang="en-US" dirty="0"/>
              <a:t> * </a:t>
            </a:r>
            <a:r>
              <a:rPr lang="en-US" b="1" dirty="0"/>
              <a:t>Excel:</a:t>
            </a:r>
            <a:r>
              <a:rPr lang="en-US" dirty="0"/>
              <a:t> Initial data exploration, cleaning and quick profiling.</a:t>
            </a:r>
          </a:p>
          <a:p>
            <a:r>
              <a:rPr lang="en-US" b="1" dirty="0"/>
              <a:t>SQL:</a:t>
            </a:r>
            <a:r>
              <a:rPr lang="en-US" dirty="0"/>
              <a:t> Data joining, filtering, and complex aggregations.</a:t>
            </a:r>
          </a:p>
          <a:p>
            <a:r>
              <a:rPr lang="en-US" b="1" dirty="0"/>
              <a:t>Power BI / Tableau:</a:t>
            </a:r>
            <a:r>
              <a:rPr lang="en-US" dirty="0"/>
              <a:t> Interactive dashboarding and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09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3016-BC76-FFD8-4AF3-12F14CA5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B592-D673-E278-CB92-B228D45D1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Handling Nulls:</a:t>
            </a:r>
            <a:r>
              <a:rPr lang="en-US" dirty="0"/>
              <a:t> Identified missing values in product_category_name , Categorized missing labels as "Unknown.“</a:t>
            </a:r>
          </a:p>
          <a:p>
            <a:r>
              <a:rPr lang="en-US" b="1" dirty="0"/>
              <a:t>Date Normalization:</a:t>
            </a:r>
            <a:r>
              <a:rPr lang="en-US" dirty="0"/>
              <a:t> Converted timestamp strings into standard DATETIME formats in SQL to calculate delivery lead times.</a:t>
            </a:r>
          </a:p>
          <a:p>
            <a:r>
              <a:rPr lang="en-US" b="1" dirty="0"/>
              <a:t>Translation:</a:t>
            </a:r>
            <a:r>
              <a:rPr lang="en-US" dirty="0"/>
              <a:t> Used a mapping table to convert Portuguese product categories to English for better stakeholder readability.</a:t>
            </a:r>
          </a:p>
          <a:p>
            <a:r>
              <a:rPr lang="en-US" b="1" dirty="0"/>
              <a:t>Duplication:</a:t>
            </a:r>
            <a:r>
              <a:rPr lang="en-US" dirty="0"/>
              <a:t> Cleaned the geolocation dataset by removing redundant </a:t>
            </a:r>
            <a:r>
              <a:rPr lang="en-US" dirty="0" err="1"/>
              <a:t>lat</a:t>
            </a:r>
            <a:r>
              <a:rPr lang="en-US" dirty="0"/>
              <a:t>/long coordinates for the same zip code prefixes.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98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C343-4956-FF33-B6D0-69886560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78403"/>
          </a:xfrm>
        </p:spPr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EFC4-41AC-DDBC-A5FB-B507BBB5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7795"/>
            <a:ext cx="10058400" cy="3981298"/>
          </a:xfrm>
        </p:spPr>
        <p:txBody>
          <a:bodyPr/>
          <a:lstStyle/>
          <a:p>
            <a:r>
              <a:rPr lang="en-US" b="1" dirty="0"/>
              <a:t>Relational Complexity:</a:t>
            </a:r>
            <a:r>
              <a:rPr lang="en-US" dirty="0"/>
              <a:t> Linking 8 different tables required a robust </a:t>
            </a:r>
            <a:r>
              <a:rPr lang="en-US" b="1" dirty="0"/>
              <a:t>Star Schema</a:t>
            </a:r>
            <a:r>
              <a:rPr lang="en-US" dirty="0"/>
              <a:t> to avoid "many-to-many" relationship errors in Power BI/Tableau.</a:t>
            </a:r>
          </a:p>
          <a:p>
            <a:r>
              <a:rPr lang="en-US" b="1" dirty="0"/>
              <a:t>Geospatial Noise:</a:t>
            </a:r>
            <a:r>
              <a:rPr lang="en-US" dirty="0"/>
              <a:t> The geolocation file was massive and contained outliers (coordinates outside Brazil). Filtered using excel.</a:t>
            </a:r>
          </a:p>
          <a:p>
            <a:r>
              <a:rPr lang="en-US" b="1" dirty="0"/>
              <a:t>The Challenge:</a:t>
            </a:r>
            <a:r>
              <a:rPr lang="en-US" dirty="0"/>
              <a:t> Calculating true delivery performance was difficult because the dataset contains multiple timestamps: order_purchase_timestamp, order_approved_at, order_delivered_carrier_date, and order_delivered_customer_date. Created a logic-gate in Excel to ensure the Lead Time KPIs were accurate.</a:t>
            </a:r>
          </a:p>
          <a:p>
            <a:r>
              <a:rPr lang="en-US" b="1" dirty="0"/>
              <a:t>Analytical Hurdle:</a:t>
            </a:r>
            <a:r>
              <a:rPr lang="en-US" dirty="0"/>
              <a:t> Reporting on 70+ categories made charts unreadable and cluttered. grouped those 70+ categories into 10-12 major departments.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66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8F0E-D851-8FB0-DAEE-14591EBC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884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Excel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68198-F953-5BCB-935B-5AEB35E01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054282"/>
            <a:ext cx="10534281" cy="500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77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0C49-BC92-3A02-6D48-504E7034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867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93A1A-6DCA-405A-63BB-F5C3E8C82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2" y="1238865"/>
            <a:ext cx="10628673" cy="502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32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6411-1F2D-3AC8-9648-E5904DA6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359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Tableau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9FF04-AC99-DB04-9326-0D411785F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1" y="1291173"/>
            <a:ext cx="11025894" cy="50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24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5D4D-74B4-46EF-5306-C46EEBC8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081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352CE-6196-22DB-E4D9-8B103A22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" y="1120878"/>
            <a:ext cx="5323708" cy="2308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D2D1E4-B6C9-B9C0-0F9C-166379B1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957" y="1056944"/>
            <a:ext cx="6166940" cy="24531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284E91-35ED-062F-65B9-B4D34E198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4" y="3919092"/>
            <a:ext cx="5154535" cy="21936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4758C0-800A-11A6-1D7A-03ABB15D0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836" y="3919092"/>
            <a:ext cx="6320854" cy="219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15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A169-AA1C-AE11-8FCD-FD1AA48D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9226-A69A-0497-A2A3-A507797B2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Sales Concentration:</a:t>
            </a:r>
            <a:r>
              <a:rPr lang="en-US" dirty="0"/>
              <a:t> ~70% of total revenue is generated from three states: </a:t>
            </a:r>
            <a:r>
              <a:rPr lang="en-US" b="1" dirty="0"/>
              <a:t>São Paulo (SP), Rio de Janeiro (RJ), and Minas Gerais (MG).</a:t>
            </a:r>
          </a:p>
          <a:p>
            <a:r>
              <a:rPr lang="en-US" b="1" dirty="0"/>
              <a:t>Logistics Bottleneck:</a:t>
            </a:r>
            <a:r>
              <a:rPr lang="en-US" dirty="0"/>
              <a:t> The average delivery time is ~12 days, but "North" region orders often exceed 20 days, impacting review scores.</a:t>
            </a:r>
          </a:p>
          <a:p>
            <a:r>
              <a:rPr lang="en-US" b="1" dirty="0"/>
              <a:t>Payment Behavior:</a:t>
            </a:r>
            <a:r>
              <a:rPr lang="en-US" dirty="0"/>
              <a:t> </a:t>
            </a:r>
            <a:r>
              <a:rPr lang="en-US" b="1" dirty="0"/>
              <a:t>Credit Card</a:t>
            </a:r>
            <a:r>
              <a:rPr lang="en-US" dirty="0"/>
              <a:t> is the dominant payment method (~75%), with a significant preference for installments.</a:t>
            </a:r>
          </a:p>
          <a:p>
            <a:r>
              <a:rPr lang="en-US" b="1" dirty="0"/>
              <a:t>Top Categories:</a:t>
            </a:r>
            <a:r>
              <a:rPr lang="en-US" dirty="0"/>
              <a:t> "Health &amp; Beauty" and "Watches/Gifts" yield the highest average order value.</a:t>
            </a:r>
          </a:p>
        </p:txBody>
      </p:sp>
    </p:spTree>
    <p:extLst>
      <p:ext uri="{BB962C8B-B14F-4D97-AF65-F5344CB8AC3E}">
        <p14:creationId xmlns:p14="http://schemas.microsoft.com/office/powerpoint/2010/main" val="23179890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661F-E629-E5FB-3EEB-A3ABA958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4B37-4CBF-0BB2-A62C-F034BFA46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Regional Strategy:</a:t>
            </a:r>
            <a:r>
              <a:rPr lang="en-US" dirty="0"/>
              <a:t> Expand regional distribution centers in the North/Northeast to reduce shipping lead times.</a:t>
            </a:r>
          </a:p>
          <a:p>
            <a:r>
              <a:rPr lang="en-US" b="1" dirty="0"/>
              <a:t>Customer Retention:</a:t>
            </a:r>
            <a:r>
              <a:rPr lang="en-US" dirty="0"/>
              <a:t> Implement a loyalty program for "</a:t>
            </a:r>
            <a:r>
              <a:rPr lang="en-US" dirty="0" err="1"/>
              <a:t>Boleto</a:t>
            </a:r>
            <a:r>
              <a:rPr lang="en-US" dirty="0"/>
              <a:t>" (cash) users to convert them to more frequent credit card shoppers.</a:t>
            </a:r>
          </a:p>
          <a:p>
            <a:r>
              <a:rPr lang="en-US" b="1" dirty="0"/>
              <a:t>Review Response Automation:</a:t>
            </a:r>
            <a:r>
              <a:rPr lang="en-US" dirty="0"/>
              <a:t> Developing an automated outreach system for any customer who leaves a 1 or 2-star rating can improve brand sentiment and prevent negative social proof.</a:t>
            </a:r>
          </a:p>
          <a:p>
            <a:r>
              <a:rPr lang="en-US" b="1" dirty="0"/>
              <a:t>Onboarding Assistance:</a:t>
            </a:r>
            <a:r>
              <a:rPr lang="en-US" dirty="0"/>
              <a:t> Provide data-driven insights to new sellers about which zip codes have the highest demand for their specific product category, helping them optimize their initial inventory.</a:t>
            </a:r>
          </a:p>
        </p:txBody>
      </p:sp>
    </p:spTree>
    <p:extLst>
      <p:ext uri="{BB962C8B-B14F-4D97-AF65-F5344CB8AC3E}">
        <p14:creationId xmlns:p14="http://schemas.microsoft.com/office/powerpoint/2010/main" val="2997884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85C16-0D5D-64DE-2C9B-91FE0AE68FB3}"/>
              </a:ext>
            </a:extLst>
          </p:cNvPr>
          <p:cNvSpPr txBox="1"/>
          <p:nvPr/>
        </p:nvSpPr>
        <p:spPr>
          <a:xfrm>
            <a:off x="2035278" y="1995948"/>
            <a:ext cx="80427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Bodoni MT" panose="020706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818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{F0214086-552C-4515-BDBA-4A5C62B11BB9}TFb63a7776-4452-49b2-8055-21efce632b726e3c8758_win32-7d1db0309ca7</Template>
  <TotalTime>97</TotalTime>
  <Words>512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Bodoni MT</vt:lpstr>
      <vt:lpstr>Bookman Old Style</vt:lpstr>
      <vt:lpstr>Calibri</vt:lpstr>
      <vt:lpstr>Franklin Gothic Book</vt:lpstr>
      <vt:lpstr>Custom</vt:lpstr>
      <vt:lpstr>A Deep Dive into O-list Marketplace Performance</vt:lpstr>
      <vt:lpstr>Project Overview &amp; Objectives</vt:lpstr>
      <vt:lpstr>Data Cleaning Process</vt:lpstr>
      <vt:lpstr>Challenges Faced</vt:lpstr>
      <vt:lpstr>Excel Dashboard</vt:lpstr>
      <vt:lpstr>Power BI Dashboard</vt:lpstr>
      <vt:lpstr>Tableau</vt:lpstr>
      <vt:lpstr>SQL</vt:lpstr>
      <vt:lpstr>Key Insights &amp; Findings</vt:lpstr>
      <vt:lpstr>Recommendations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Aparna Dhumal</dc:creator>
  <cp:lastModifiedBy>Aparna Dhumal</cp:lastModifiedBy>
  <cp:revision>1</cp:revision>
  <dcterms:created xsi:type="dcterms:W3CDTF">2026-03-30T07:08:47Z</dcterms:created>
  <dcterms:modified xsi:type="dcterms:W3CDTF">2026-04-01T07:34:44Z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